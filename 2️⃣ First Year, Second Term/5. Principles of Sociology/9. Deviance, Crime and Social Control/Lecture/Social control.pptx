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54F1-B3C2-4435-882A-7F4CE5B0F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1AF9E-C815-43F7-85DC-20155FB5C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8CC44-5A56-4381-A344-1B16FE3C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FA0D-C101-474A-9AD9-C6076C356CF7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BBCE-7D5B-42CA-9EB6-10CC1C051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9093-979D-40C1-A672-68C614943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32DE-A988-4CD7-9EEB-C6B911B8B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02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65DD-4B75-4E0C-9868-C04F58D7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EFA60-FFA6-4E18-828E-EB53B96E9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8D604-8CBA-40E2-B0AC-35B21B281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FA0D-C101-474A-9AD9-C6076C356CF7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788CF-4678-455C-B5BF-3849CFEB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68D5-386B-4AF1-A82B-E7FF7718B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32DE-A988-4CD7-9EEB-C6B911B8B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26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5444-71B8-4B01-BA0C-BCCDD4EE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062C4-9401-46BC-806F-E17D0CB94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6D866-CE7B-419A-8C7C-6B5216171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FA0D-C101-474A-9AD9-C6076C356CF7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D9FE3-AE9D-41AF-AE74-4A6DB77D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EF31-4D01-4FA9-A22D-F8B10C4F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32DE-A988-4CD7-9EEB-C6B911B8B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5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9548-85CB-41FC-98D0-ACD0003E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6FA8C-80DF-440A-A467-CA4B65404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3FF5C-0CC7-4801-91C4-603CFC70B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29204-F10F-4559-9D59-3E8598DC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FA0D-C101-474A-9AD9-C6076C356CF7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EAC66-4554-49CE-98CF-01C78BC3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D7DF4-5DA6-45B7-AC6A-DB07DD55A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32DE-A988-4CD7-9EEB-C6B911B8B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01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0C1D-B523-453B-A9E0-BDE56D292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C3739-BD6F-4678-8204-F8B347BF3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4341E-106D-4FD3-A66D-F8B6A1815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27B72-F9A8-4217-ACDD-1AB18EE0F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A69CF3-AE42-4BE2-A3E8-5CC0533208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FC953-0367-4CA2-9894-0601A4DA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FA0D-C101-474A-9AD9-C6076C356CF7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193572-BF49-40D9-AFE8-ECFACFA7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EC9887-5AFE-4CB9-936C-2AA4B1DE7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32DE-A988-4CD7-9EEB-C6B911B8B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96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E27A-F9CB-49CC-8B8A-FBDAB905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90D55-4C04-4F93-9337-CA5C7A04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FA0D-C101-474A-9AD9-C6076C356CF7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8D142-5D78-4A6D-9137-79A45C5CB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A1DE6-ACCD-4831-8DD2-174CA00E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32DE-A988-4CD7-9EEB-C6B911B8B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86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07F96-1EFB-437D-AB3B-85DE640D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FA0D-C101-474A-9AD9-C6076C356CF7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1F98B-6EBA-4F85-9164-28EDA7227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3F7A0-D12A-42E6-BB04-CBBF795E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32DE-A988-4CD7-9EEB-C6B911B8B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6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A20B-273E-4E65-A6CD-A25613AFD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29F71-DAEA-4D6D-9032-4F697A065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0FC8EF-DA05-4551-B700-44CAB87D2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8CDF3-10BC-4C8D-BC5A-AFCA13260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FA0D-C101-474A-9AD9-C6076C356CF7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6EEE5-8237-4355-A9A2-A52D754D6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4D2F8-EF2D-4667-9B77-6ABA1A0F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32DE-A988-4CD7-9EEB-C6B911B8B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5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3BBE-2D5F-4CBB-BCF5-6D37D5915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FEC9B-807D-4AFD-952F-82E2A078A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99E84-955C-46AC-A753-CEA761905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AE3C1-2435-4F88-B37E-C1F99CE0A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FA0D-C101-474A-9AD9-C6076C356CF7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54957-91D7-4989-9FF7-211E2A61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74738-A1E5-404F-8D4D-D78BD240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32DE-A988-4CD7-9EEB-C6B911B8B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CACD-827B-42C6-9826-3E997AED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34DF58-9986-4144-A5DE-0D2584588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60E9C-265B-482F-BE15-F976B7BEB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FA0D-C101-474A-9AD9-C6076C356CF7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8EB69-961D-4CAD-8DF5-E0CCB892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23A4E-3A2E-499F-BA45-8B6FD1CD7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32DE-A988-4CD7-9EEB-C6B911B8B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8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FD90F2-96E7-4ECB-AC89-BD887A331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451F8-7B25-44A1-B525-6FDAF895B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D6FFF-1601-446D-97F9-BB5A3D558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FA0D-C101-474A-9AD9-C6076C356CF7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905F5-524B-4E5E-B120-43FC2F27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43EA2-4CD8-4A0E-8918-89D54EF1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32DE-A988-4CD7-9EEB-C6B911B8B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9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20912-3DB0-473C-8A03-BF21E51DF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8EC13-54E4-412A-AA7F-138E1B643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7BE25-F55B-449E-AEAF-E1EA37C53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1FA0D-C101-474A-9AD9-C6076C356CF7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B60AA-A567-4642-AA45-02485E61A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6E478-2057-42ED-BA18-8E33F1C02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932DE-A988-4CD7-9EEB-C6B911B8B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14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02234-8236-4F06-B835-F41B02FD0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 Social control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89A70-567D-44E1-93EC-C2E386445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03958"/>
          </a:xfrm>
        </p:spPr>
        <p:txBody>
          <a:bodyPr>
            <a:no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Rani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Sociology Discipline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Khulna University</a:t>
            </a:r>
          </a:p>
        </p:txBody>
      </p:sp>
    </p:spTree>
    <p:extLst>
      <p:ext uri="{BB962C8B-B14F-4D97-AF65-F5344CB8AC3E}">
        <p14:creationId xmlns:p14="http://schemas.microsoft.com/office/powerpoint/2010/main" val="71380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FB66-8551-44D8-937C-033F00F4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6727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Social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40022-2906-42BC-A8F2-9CC8DFA07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650"/>
            <a:ext cx="10515600" cy="4845313"/>
          </a:xfrm>
        </p:spPr>
        <p:txBody>
          <a:bodyPr>
            <a:normAutofit/>
          </a:bodyPr>
          <a:lstStyle/>
          <a:p>
            <a:pPr algn="just"/>
            <a:r>
              <a:rPr lang="en-US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is described as a certain set of rules and standards in society that keep individuals bound to conventional standards as well as to the use of formalized mechanisms. 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MacIver and Page said that “By social control is meant the way in which the entire social order coheres-how it operates as a whole, as a changing equilibrium.”</a:t>
            </a:r>
          </a:p>
          <a:p>
            <a:pPr algn="just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Fairchild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It is the process that helps a society to secure conformity to individuals as well as groups.</a:t>
            </a:r>
          </a:p>
          <a:p>
            <a:pPr algn="just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control 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basic mean of social solidarity and conformity rather than deviance. It controls the behavior, attitudes, and actions of individuals to balance their social situation.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29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7B03F-F8C6-4B00-8337-5C8DB407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410"/>
            <a:ext cx="10515600" cy="73684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Agents/ agencies of social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1CA17-A03D-4490-98D4-E2B188D77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8788"/>
            <a:ext cx="10515600" cy="564619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opinion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mass media communication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Religion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Ceremonies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Myth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Customs, folkways and mores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Village community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importance of punishment and education in social control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414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170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Wingdings</vt:lpstr>
      <vt:lpstr>Office Theme</vt:lpstr>
      <vt:lpstr>Topic: Social control </vt:lpstr>
      <vt:lpstr>Definition of Social control</vt:lpstr>
      <vt:lpstr>Agents/ agencies of social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Social control </dc:title>
  <dc:creator>User</dc:creator>
  <cp:lastModifiedBy>Ety Rani</cp:lastModifiedBy>
  <cp:revision>5</cp:revision>
  <dcterms:created xsi:type="dcterms:W3CDTF">2022-04-23T14:30:33Z</dcterms:created>
  <dcterms:modified xsi:type="dcterms:W3CDTF">2023-09-19T03:43:29Z</dcterms:modified>
</cp:coreProperties>
</file>